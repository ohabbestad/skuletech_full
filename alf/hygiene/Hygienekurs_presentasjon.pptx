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🧼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Hygienekurs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deg som skal jobbe på kjøkken og i kantine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Arbeidslivsfag 8. trinn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INTRODUKSJON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Kvifor er hygiene viktig?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🤢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Matforgifting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Tusenvis av nordmenn blir sjuke av dårleg mathygiene kvart år.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0332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Bakteriar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8346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Salmonella og E. coli spreier seg raskt i mat som ikkje er handsama rett.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4592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Ansvar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som jobbar med mat har ansvar for at maten er trygg. Det gjeld deg også!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🖐️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Regel nr. 1: Vask hendene!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solidFill>
            <a:srgbClr val="0B20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26974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Når skal du vaske hendene?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320040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FØR du tek i mat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ETTER toalettbesøk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ETTER at du har teke i rått kjøt eller fisk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Mellom ulike arbeidsoppgåver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PERSONLEG HYGIENE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Korleis ser du ut på jobb?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Bruk reint arbeidstøy (forkle eller kokkejakke)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7863840" cy="548640"/>
          </a:xfrm>
          <a:prstGeom prst="rect">
            <a:avLst/>
          </a:prstGeom>
          <a:solidFill>
            <a:srgbClr val="E8F4F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💇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21284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Langt hår skal vera sett opp eller dekt med lue/hårnett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71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87121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Ikkje bruk ringar, armband eller klokke under matarbeid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7863840" cy="548640"/>
          </a:xfrm>
          <a:prstGeom prst="rect">
            <a:avLst/>
          </a:prstGeom>
          <a:solidFill>
            <a:srgbClr val="E8F4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9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🩹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52958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Dekk sår med plaster og bruk eingongshanske over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418795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du sjuk (oppkast, diare)? Ikkje jobb med mat!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PERSONLEG HYGIENE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Personlege eigedelar og mat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Telefonen er full av bakteriar. Tek du på telefonen, MÅ du vaske hendene etterpå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Sekk, jakke og personlege ting skal ikkje liggje på kjøkkenet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 eigedelane dine i eit eige område utanfor arbeidsplassen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9319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Kjøkkenet er berre for mat og utstyr. Alt anna held du utanfor.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NÆRINGSMIDDELHYGIENE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Temperaturar du må hugse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60 °C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Trygt (varmt)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65760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4 – 60 °C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FARESONA – bakteriar veks!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4 °C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Trygt (kaldt)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Kva betyr dette?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Mellom 4 °C og 60 °C trivst bakteriane best. Denne temperatursona kallar vi «faresona». Mat skal ikkje stå i faresona lenger enn nødvendig.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NÆRINGSMIDDELHYGIENE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Oppbevaring og smaksprøver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Kalde matvarer skal oppbevarast i kjøleskåp under 4 °C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Sjekk alltid «best før»- og «siste forbruksdag»-dato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Ikkje bruk matvarer som har gått ut på dato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88620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86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38862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Opna matvarer skal dekkast til og merkast med dato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66344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663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08760" y="46634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Smaksprøver: Bruk alltid rein skei. Aldri same skeia to gonger!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Kryssforureining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Bakteriar kan smitte frå rått kjøt til ferdig mat via hender, knivar og skjerebrett.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749040" cy="228600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Feil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Same kniv til rått kjøt og salat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Same skjerebrett utan vask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Rått kjøt over ferdig mat i kjøleskåpet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468880"/>
            <a:ext cx="3749040" cy="2286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Rett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0175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Eigne reiskap til rått og ferdig mat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Vask alt utstyr mellom oppgåver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Rått kjøt nedst i kjøleskåpet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iPad og kortbetaling i kantina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iPaden blir teken på av mange elevar kvar dag og samlar bakteriar.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749040" cy="2103120"/>
          </a:xfrm>
          <a:prstGeom prst="rect">
            <a:avLst/>
          </a:prstGeom>
          <a:solidFill>
            <a:srgbClr val="0B20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Hugs dette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Vask hendene ETTER iPad, FØR du tek i mat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Tørk av iPaden med desinfiserande klut ved start og slutt på skiftet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651760"/>
            <a:ext cx="3749040" cy="2103120"/>
          </a:xfrm>
          <a:prstGeom prst="rect">
            <a:avLst/>
          </a:prstGeom>
          <a:solidFill>
            <a:srgbClr val="0B20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Fordel oppgåvene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3154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Den som betener iPad bør ikkje samstundes handtere mat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Byt på kven som har kva oppgåve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REINHALD OG ORDEN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Hald arbeidsplassen rein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Vask og tørk av benkar og overflater mellom kvar oppgåve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7863840" cy="548640"/>
          </a:xfrm>
          <a:prstGeom prst="rect">
            <a:avLst/>
          </a:prstGeom>
          <a:solidFill>
            <a:srgbClr val="E8F4F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21284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Bruk reine klutar – bytt klut ofte, ikkje bruk same klut til alt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71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87121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Kast avfall ofte, ikkje la det hope seg opp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7863840" cy="548640"/>
          </a:xfrm>
          <a:prstGeom prst="rect">
            <a:avLst/>
          </a:prstGeom>
          <a:solidFill>
            <a:srgbClr val="E8F4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9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52958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Oppvask: Bruk varmt vatn og oppvaskmiddel. Skyl godt. La utstyret lufttørke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418795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 kjøleskåp reint og ryddig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REINHALD OG ORDEN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Bruk av steamer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♨️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Steameren bruker damp til å varme opp og sterilisere utstyr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Følg instruksjonane for rett temperatur og tid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Tøm vassbehaldar og tørk av steameren etter bruk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88620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86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38862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 frå til læraren om noko ikkje fungerer som det skal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 OG MERKING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Allergen du MÅ kjenne til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🥛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Mjølk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45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Egg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645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Gluten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Nøtter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29000" y="274320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Skalldyr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🫘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Soya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1148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MÅ alltid informere om kva maten inneheld. Er du usikker? Spør læraren!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OPPSUMMERING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Dei viktigaste reglane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Vask hendene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 matlaging, etter toalett, mellom oppgåver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828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971800" y="2468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Rett temperatur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Kaldt under 4 °C, varmt over 60 °C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828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120640" y="2468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Unngå kryssforureining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Eigne reiskap for rått og ferdig mat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6459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1828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69480" y="2468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Hald det reint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Vask utstyr og overflater mellom oppgåver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Klar for testen?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spørsmål – alle må vera rette for å bestå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Bruk det du har lært i dag!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Lukke til!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Hugs: God hygiene = trygg mat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Hygienekurs – Kjøkken og kantine</dc:title>
  <dc:subject>PptxGenJS Presentation</dc:subject>
  <dc:creator>Ole</dc:creator>
  <cp:lastModifiedBy>Ole</cp:lastModifiedBy>
  <cp:revision>1</cp:revision>
  <dcterms:created xsi:type="dcterms:W3CDTF">2026-04-05T11:06:39Z</dcterms:created>
  <dcterms:modified xsi:type="dcterms:W3CDTF">2026-04-05T11:06:39Z</dcterms:modified>
</cp:coreProperties>
</file>